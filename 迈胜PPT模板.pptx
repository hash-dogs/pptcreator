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6"/>
  </p:notesMasterIdLst>
  <p:sldIdLst>
    <p:sldId id="1741" r:id="rId2"/>
    <p:sldId id="1746" r:id="rId3"/>
    <p:sldId id="1747" r:id="rId4"/>
    <p:sldId id="174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A3A4"/>
    <a:srgbClr val="B2DDFF"/>
    <a:srgbClr val="D31245"/>
    <a:srgbClr val="4A4A49"/>
    <a:srgbClr val="195E8A"/>
    <a:srgbClr val="FFFFFF"/>
    <a:srgbClr val="B9C7D4"/>
    <a:srgbClr val="80807F"/>
    <a:srgbClr val="BEBEC0"/>
    <a:srgbClr val="F6F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3"/>
    <p:restoredTop sz="95135"/>
  </p:normalViewPr>
  <p:slideViewPr>
    <p:cSldViewPr snapToGrid="0" snapToObjects="1">
      <p:cViewPr varScale="1">
        <p:scale>
          <a:sx n="121" d="100"/>
          <a:sy n="121" d="100"/>
        </p:scale>
        <p:origin x="523" y="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492EF8-3D49-364F-B0E2-6E7C6E0C99E8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E12759-988D-A642-8EBB-B58FAFB68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08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FB9F9C-D562-D045-8BC0-43AEBD3FB52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4169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rimary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6DCA687-8C13-6A4D-B9A9-9525CA4C02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231235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BD450E3-21BE-514B-9CDE-B98B91CDF8FD}"/>
              </a:ext>
            </a:extLst>
          </p:cNvPr>
          <p:cNvSpPr/>
          <p:nvPr userDrawn="1"/>
        </p:nvSpPr>
        <p:spPr>
          <a:xfrm>
            <a:off x="8401021" y="-1"/>
            <a:ext cx="3790979" cy="113607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2CDD1A-DE47-FE4B-8F1D-36FDD935EE9C}"/>
              </a:ext>
            </a:extLst>
          </p:cNvPr>
          <p:cNvSpPr txBox="1"/>
          <p:nvPr userDrawn="1"/>
        </p:nvSpPr>
        <p:spPr>
          <a:xfrm>
            <a:off x="8287601" y="766815"/>
            <a:ext cx="40178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Bef>
                <a:spcPts val="600"/>
              </a:spcBef>
            </a:pPr>
            <a:r>
              <a:rPr lang="en-US" sz="2800" b="1" i="0" dirty="0">
                <a:solidFill>
                  <a:schemeClr val="bg1"/>
                </a:solidFill>
                <a:latin typeface="Helvetica" pitchFamily="2" charset="0"/>
              </a:rPr>
              <a:t>PROTON THERAPY HAS CHANGED.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44444" y="3185483"/>
            <a:ext cx="5830269" cy="2070077"/>
          </a:xfrm>
        </p:spPr>
        <p:txBody>
          <a:bodyPr anchor="ctr" anchorCtr="0">
            <a:normAutofit/>
          </a:bodyPr>
          <a:lstStyle>
            <a:lvl1pPr algn="ctr">
              <a:defRPr sz="5400" b="0" i="0">
                <a:solidFill>
                  <a:schemeClr val="tx2"/>
                </a:solidFill>
                <a:latin typeface="Helvetica Light" panose="020B0403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93891" y="5668197"/>
            <a:ext cx="5830269" cy="923000"/>
          </a:xfrm>
        </p:spPr>
        <p:txBody>
          <a:bodyPr lIns="0" anchor="b">
            <a:normAutofit/>
          </a:bodyPr>
          <a:lstStyle>
            <a:lvl1pPr marL="0" indent="0" algn="ctr">
              <a:buNone/>
              <a:defRPr sz="2400" b="1"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4EB5F0E-4A8D-7040-80E6-AB1EC476FD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174"/>
          <a:stretch/>
        </p:blipFill>
        <p:spPr>
          <a:xfrm rot="10800000">
            <a:off x="6361730" y="-2"/>
            <a:ext cx="583027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821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 Slid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0" y="2018954"/>
            <a:ext cx="5796565" cy="2820092"/>
          </a:xfrm>
        </p:spPr>
        <p:txBody>
          <a:bodyPr anchor="b" anchorCtr="0"/>
          <a:lstStyle>
            <a:lvl1pPr>
              <a:defRPr b="0" i="0">
                <a:solidFill>
                  <a:schemeClr val="tx1"/>
                </a:solidFill>
                <a:latin typeface="Helvetica Light" panose="020B0403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0" y="5037726"/>
            <a:ext cx="5796565" cy="1255497"/>
          </a:xfrm>
        </p:spPr>
        <p:txBody>
          <a:bodyPr lIns="91440" anchor="ctr">
            <a:normAutofit/>
          </a:bodyPr>
          <a:lstStyle>
            <a:lvl1pPr marL="0" indent="0" algn="l">
              <a:buNone/>
              <a:defRPr sz="3200" b="1" i="0">
                <a:solidFill>
                  <a:schemeClr val="accent2">
                    <a:lumMod val="40000"/>
                    <a:lumOff val="60000"/>
                  </a:schemeClr>
                </a:solidFill>
                <a:latin typeface="Helvetica" pitchFamily="2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808449-2088-3841-9D43-D86B4332F1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340"/>
          <a:stretch/>
        </p:blipFill>
        <p:spPr>
          <a:xfrm>
            <a:off x="0" y="0"/>
            <a:ext cx="5678905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C10D77-3DAA-AD49-B548-D1898DF4E8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 flipV="1">
            <a:off x="0" y="-2"/>
            <a:ext cx="1444896" cy="4790644"/>
          </a:xfrm>
          <a:prstGeom prst="rect">
            <a:avLst/>
          </a:prstGeom>
        </p:spPr>
      </p:pic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EBDAD744-3EE4-9341-89CC-1DCF99E07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4549" y="6600944"/>
            <a:ext cx="2293257" cy="23912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CAD2D425-F9C1-A74B-93E5-CA96DDB9C53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E6EDF09-B8C4-9E4A-84C9-7708A9A0D44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66788" y="2019300"/>
            <a:ext cx="4206103" cy="2819400"/>
          </a:xfrm>
        </p:spPr>
        <p:txBody>
          <a:bodyPr/>
          <a:lstStyle>
            <a:lvl1pPr marL="9144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84395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ubtitle Slide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51714" y="2018954"/>
            <a:ext cx="6340851" cy="2820092"/>
          </a:xfrm>
        </p:spPr>
        <p:txBody>
          <a:bodyPr anchor="b" anchorCtr="0"/>
          <a:lstStyle>
            <a:lvl1pPr>
              <a:defRPr b="0" i="0">
                <a:solidFill>
                  <a:schemeClr val="tx1"/>
                </a:solidFill>
                <a:latin typeface="Helvetica Light" panose="020B0403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551714" y="5037726"/>
            <a:ext cx="6340851" cy="1255497"/>
          </a:xfrm>
        </p:spPr>
        <p:txBody>
          <a:bodyPr lIns="91440" anchor="ctr">
            <a:normAutofit/>
          </a:bodyPr>
          <a:lstStyle>
            <a:lvl1pPr marL="0" indent="0" algn="l">
              <a:buNone/>
              <a:defRPr sz="3200" b="1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EBDAD744-3EE4-9341-89CC-1DCF99E07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4549" y="6600944"/>
            <a:ext cx="2293257" cy="23912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CAD2D425-F9C1-A74B-93E5-CA96DDB9C53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F07F2E-9D07-2947-A72F-6C43EBEA7B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0"/>
            <a:ext cx="4604657" cy="6920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137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8AB99563-AE63-C342-96EC-F7771EE6F2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9322213" y="3970281"/>
            <a:ext cx="4520384" cy="1219195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1C34EE3-19DC-4517-9017-D4553E18495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09600" y="1929695"/>
            <a:ext cx="10972800" cy="4572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54137" y="6434668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5F9A86-4528-4C41-8A7B-29EB5CCAD992}"/>
              </a:ext>
            </a:extLst>
          </p:cNvPr>
          <p:cNvSpPr/>
          <p:nvPr userDrawn="1"/>
        </p:nvSpPr>
        <p:spPr>
          <a:xfrm>
            <a:off x="0" y="0"/>
            <a:ext cx="97840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accent4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4D6B5DFE-8723-E148-BAAF-A69D2448E5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4549" y="6600944"/>
            <a:ext cx="2293257" cy="23912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AD2D425-F9C1-A74B-93E5-CA96DDB9C53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6E90D900-B794-A348-AD80-E2CAA321D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158F44C-DA43-3E4B-8356-0BD202D99A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65431"/>
            <a:ext cx="4114800" cy="274640"/>
          </a:xfrm>
          <a:prstGeom prst="rect">
            <a:avLst/>
          </a:prstGeom>
        </p:spPr>
        <p:txBody>
          <a:bodyPr anchor="b"/>
          <a:lstStyle>
            <a:lvl1pPr algn="ctr">
              <a:defRPr sz="1100">
                <a:solidFill>
                  <a:schemeClr val="accent2"/>
                </a:solidFill>
                <a:latin typeface="Helvetica" pitchFamily="2" charset="0"/>
              </a:defRPr>
            </a:lvl1pPr>
          </a:lstStyle>
          <a:p>
            <a:r>
              <a:rPr lang="en-US"/>
              <a:t>Click to edit 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468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41E42117-2A22-0542-A7FA-2595859118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9322213" y="3970281"/>
            <a:ext cx="4520384" cy="1219195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F5B347E-8705-444A-B2BD-0EF3C847069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09600" y="1929695"/>
            <a:ext cx="5486400" cy="4572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FF4532CE-1AFF-43F8-9E28-B9509E5A652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096000" y="1929695"/>
            <a:ext cx="5486400" cy="4572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4CF3C0-F018-4849-B729-C65E98ECEF0E}"/>
              </a:ext>
            </a:extLst>
          </p:cNvPr>
          <p:cNvSpPr/>
          <p:nvPr userDrawn="1"/>
        </p:nvSpPr>
        <p:spPr>
          <a:xfrm>
            <a:off x="0" y="0"/>
            <a:ext cx="97840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accent4"/>
              </a:solidFill>
            </a:endParaRPr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E472C648-3ACE-8745-A69A-6413D8DE8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8846"/>
            <a:ext cx="10972800" cy="1371600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7" name="Slide Number Placeholder 6">
            <a:extLst>
              <a:ext uri="{FF2B5EF4-FFF2-40B4-BE49-F238E27FC236}">
                <a16:creationId xmlns:a16="http://schemas.microsoft.com/office/drawing/2014/main" id="{9448E2DF-EC56-734E-80B5-AFA008AF65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4549" y="6600944"/>
            <a:ext cx="2293257" cy="23912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AD2D425-F9C1-A74B-93E5-CA96DDB9C53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D787CF5-089A-0249-8483-4FBE6AC195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65431"/>
            <a:ext cx="4114800" cy="274640"/>
          </a:xfrm>
          <a:prstGeom prst="rect">
            <a:avLst/>
          </a:prstGeom>
        </p:spPr>
        <p:txBody>
          <a:bodyPr anchor="b"/>
          <a:lstStyle>
            <a:lvl1pPr algn="ctr">
              <a:defRPr sz="1100">
                <a:solidFill>
                  <a:schemeClr val="accent2"/>
                </a:solidFill>
                <a:latin typeface="Helvetica" pitchFamily="2" charset="0"/>
              </a:defRPr>
            </a:lvl1pPr>
          </a:lstStyle>
          <a:p>
            <a:r>
              <a:rPr lang="en-US"/>
              <a:t>Click to edit 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560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AE062B56-8F0B-1C48-AFB9-AF76BA3B67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9322213" y="3970281"/>
            <a:ext cx="4520384" cy="1219195"/>
          </a:xfrm>
          <a:prstGeom prst="rect">
            <a:avLst/>
          </a:prstGeom>
        </p:spPr>
      </p:pic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708F351A-255D-8D47-A15E-92F550359E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4549" y="6600944"/>
            <a:ext cx="2293257" cy="23912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AD2D425-F9C1-A74B-93E5-CA96DDB9C53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83F25C-25EA-4D4C-8AFC-D32CA48543DA}"/>
              </a:ext>
            </a:extLst>
          </p:cNvPr>
          <p:cNvSpPr/>
          <p:nvPr userDrawn="1"/>
        </p:nvSpPr>
        <p:spPr>
          <a:xfrm>
            <a:off x="0" y="0"/>
            <a:ext cx="97840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accent4"/>
              </a:solidFill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D9921C8-7209-504A-83B4-4858A8C330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65431"/>
            <a:ext cx="4114800" cy="274640"/>
          </a:xfrm>
          <a:prstGeom prst="rect">
            <a:avLst/>
          </a:prstGeom>
        </p:spPr>
        <p:txBody>
          <a:bodyPr anchor="b"/>
          <a:lstStyle>
            <a:lvl1pPr algn="ctr">
              <a:defRPr sz="1100">
                <a:solidFill>
                  <a:schemeClr val="accent2"/>
                </a:solidFill>
                <a:latin typeface="Helvetica" pitchFamily="2" charset="0"/>
              </a:defRPr>
            </a:lvl1pPr>
          </a:lstStyle>
          <a:p>
            <a:r>
              <a:rPr lang="en-US"/>
              <a:t>Click to edit footer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AB6360-C0A2-B84E-AECD-5D326BADE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69849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138B12D-3D90-4542-9ACB-8F7FFFA7FB1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9322213" y="3970281"/>
            <a:ext cx="4520384" cy="1219195"/>
          </a:xfrm>
          <a:prstGeom prst="rect">
            <a:avLst/>
          </a:prstGeom>
        </p:spPr>
      </p:pic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30733540-8C58-C34B-A24B-1272941A24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4549" y="6600944"/>
            <a:ext cx="2293257" cy="23912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AD2D425-F9C1-A74B-93E5-CA96DDB9C53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1AF288-2622-364E-B6C9-13FE1D9D233D}"/>
              </a:ext>
            </a:extLst>
          </p:cNvPr>
          <p:cNvSpPr/>
          <p:nvPr userDrawn="1"/>
        </p:nvSpPr>
        <p:spPr>
          <a:xfrm>
            <a:off x="0" y="0"/>
            <a:ext cx="978408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accent4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7ED94D-836A-454B-BA95-62CF9A1947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65431"/>
            <a:ext cx="4114800" cy="274640"/>
          </a:xfrm>
          <a:prstGeom prst="rect">
            <a:avLst/>
          </a:prstGeom>
        </p:spPr>
        <p:txBody>
          <a:bodyPr anchor="b"/>
          <a:lstStyle>
            <a:lvl1pPr algn="ctr">
              <a:defRPr sz="1100">
                <a:solidFill>
                  <a:schemeClr val="accent2"/>
                </a:solidFill>
                <a:latin typeface="Helvetica" pitchFamily="2" charset="0"/>
              </a:defRPr>
            </a:lvl1pPr>
          </a:lstStyle>
          <a:p>
            <a:r>
              <a:rPr lang="en-US"/>
              <a:t>Click to edit 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948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E1A460-9B9C-174B-8BCA-F84E90317A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D2D425-F9C1-A74B-93E5-CA96DDB9C53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F8C806-C455-7545-9273-1162D850EE23}"/>
              </a:ext>
            </a:extLst>
          </p:cNvPr>
          <p:cNvSpPr/>
          <p:nvPr userDrawn="1"/>
        </p:nvSpPr>
        <p:spPr>
          <a:xfrm>
            <a:off x="8401021" y="-1"/>
            <a:ext cx="3790979" cy="113607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56BCE2-E35C-5340-9F01-91ECB8092A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65431"/>
            <a:ext cx="4114800" cy="274640"/>
          </a:xfrm>
          <a:prstGeom prst="rect">
            <a:avLst/>
          </a:prstGeom>
        </p:spPr>
        <p:txBody>
          <a:bodyPr anchor="b"/>
          <a:lstStyle>
            <a:lvl1pPr algn="ctr">
              <a:defRPr sz="1100">
                <a:solidFill>
                  <a:schemeClr val="accent2"/>
                </a:solidFill>
                <a:latin typeface="Helvetica" pitchFamily="2" charset="0"/>
              </a:defRPr>
            </a:lvl1pPr>
          </a:lstStyle>
          <a:p>
            <a:r>
              <a:rPr lang="en-US"/>
              <a:t>Click to edit 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920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549C00-0672-D34F-9705-4CA0867F77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2873B-1ACF-154E-A503-74640AB6405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1BF61E7-3A40-7044-8770-C7A42A8A11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7165" y="2048044"/>
            <a:ext cx="9254835" cy="4073525"/>
          </a:xfrm>
        </p:spPr>
        <p:txBody>
          <a:bodyPr>
            <a:normAutofit/>
          </a:bodyPr>
          <a:lstStyle>
            <a:lvl1pPr>
              <a:defRPr sz="2400" b="0" i="0">
                <a:latin typeface="Helvetica Light" panose="020B0403020202020204" pitchFamily="34" charset="0"/>
              </a:defRPr>
            </a:lvl1pPr>
          </a:lstStyle>
          <a:p>
            <a:pPr lvl="0"/>
            <a:r>
              <a:rPr lang="en-US" dirty="0"/>
              <a:t>Agenda Items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24A2FB0-1ED6-E747-AE2A-96EC18989D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 flipV="1">
            <a:off x="1" y="0"/>
            <a:ext cx="2411111" cy="696883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8D65884-D1EC-7C42-B904-403FBB6555E1}"/>
              </a:ext>
            </a:extLst>
          </p:cNvPr>
          <p:cNvSpPr/>
          <p:nvPr userDrawn="1"/>
        </p:nvSpPr>
        <p:spPr>
          <a:xfrm>
            <a:off x="2937165" y="1958082"/>
            <a:ext cx="9254835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3835519-5E30-8543-A69E-7E9077BFD1B2}"/>
              </a:ext>
            </a:extLst>
          </p:cNvPr>
          <p:cNvSpPr txBox="1">
            <a:spLocks/>
          </p:cNvSpPr>
          <p:nvPr userDrawn="1"/>
        </p:nvSpPr>
        <p:spPr>
          <a:xfrm>
            <a:off x="2937166" y="915123"/>
            <a:ext cx="9254836" cy="747712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softEdge rad="0"/>
          </a:effectLst>
        </p:spPr>
        <p:txBody>
          <a:bodyPr anchor="ctr">
            <a:normAutofit/>
          </a:bodyPr>
          <a:lstStyle>
            <a:lvl1pPr marL="0" indent="0" algn="l" defTabSz="609585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  <a:buFont typeface="Arial"/>
              <a:buNone/>
              <a:defRPr sz="4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70543" indent="-341367" algn="l" defTabSz="609585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accent2"/>
              </a:buClr>
              <a:buFont typeface="Arial"/>
              <a:buChar char="–"/>
              <a:defRPr sz="2667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2pPr>
            <a:lvl3pPr marL="792460" indent="-182875" algn="l" defTabSz="609585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  <a:buFont typeface="Arial"/>
              <a:buChar char="•"/>
              <a:defRPr sz="24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3pPr>
            <a:lvl4pPr marL="1036294" indent="-219451" algn="l" defTabSz="609585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accent6"/>
              </a:buClr>
              <a:buFont typeface="Arial"/>
              <a:buChar char="–"/>
              <a:defRPr sz="24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4pPr>
            <a:lvl5pPr marL="1402045" indent="-219451" algn="l" defTabSz="609585" rtl="0" eaLnBrk="1" latinLnBrk="0" hangingPunct="1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0" i="0" dirty="0">
              <a:latin typeface="Helvetica Light" panose="020B0403020202020204" pitchFamily="34" charset="0"/>
            </a:endParaRP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B6A17B5-48AA-0247-8C03-1BA41C62E8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65431"/>
            <a:ext cx="4114800" cy="274640"/>
          </a:xfrm>
          <a:prstGeom prst="rect">
            <a:avLst/>
          </a:prstGeom>
        </p:spPr>
        <p:txBody>
          <a:bodyPr anchor="b"/>
          <a:lstStyle>
            <a:lvl1pPr algn="ctr">
              <a:defRPr sz="1100">
                <a:solidFill>
                  <a:schemeClr val="accent2"/>
                </a:solidFill>
                <a:latin typeface="Helvetica" pitchFamily="2" charset="0"/>
              </a:defRPr>
            </a:lvl1pPr>
          </a:lstStyle>
          <a:p>
            <a:r>
              <a:rPr lang="en-US"/>
              <a:t>Click to edit footer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961F74-8724-8947-9883-1B4FC8E136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7164" y="915123"/>
            <a:ext cx="8645235" cy="749046"/>
          </a:xfrm>
        </p:spPr>
        <p:txBody>
          <a:bodyPr anchor="ctr">
            <a:noAutofit/>
          </a:bodyPr>
          <a:lstStyle>
            <a:lvl1pPr>
              <a:defRPr sz="4000" b="0" i="0">
                <a:solidFill>
                  <a:schemeClr val="bg1"/>
                </a:solidFill>
                <a:latin typeface="Helvetica Light" panose="020B0403020202020204" pitchFamily="34" charset="0"/>
              </a:defRPr>
            </a:lvl1pPr>
          </a:lstStyle>
          <a:p>
            <a:r>
              <a:rPr lang="en-US" dirty="0"/>
              <a:t>Click to add AGENDA title</a:t>
            </a:r>
          </a:p>
        </p:txBody>
      </p:sp>
    </p:spTree>
    <p:extLst>
      <p:ext uri="{BB962C8B-B14F-4D97-AF65-F5344CB8AC3E}">
        <p14:creationId xmlns:p14="http://schemas.microsoft.com/office/powerpoint/2010/main" val="256761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92569"/>
            <a:ext cx="10972800" cy="1371600"/>
          </a:xfrm>
          <a:prstGeom prst="rect">
            <a:avLst/>
          </a:prstGeom>
        </p:spPr>
        <p:txBody>
          <a:bodyPr vert="horz" lIns="91440" tIns="182880" rIns="91440" bIns="9144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65296"/>
            <a:ext cx="10972800" cy="4572000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EB0C5A-A326-4947-8331-C62F594919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4549" y="6600944"/>
            <a:ext cx="2293257" cy="23912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00">
                <a:solidFill>
                  <a:schemeClr val="tx2"/>
                </a:solidFill>
                <a:latin typeface="Helvetica" pitchFamily="2" charset="0"/>
              </a:defRPr>
            </a:lvl1pPr>
          </a:lstStyle>
          <a:p>
            <a:fld id="{CAD2D425-F9C1-A74B-93E5-CA96DDB9C53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95C5CEA-16B7-6142-B5A1-A6527D844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65431"/>
            <a:ext cx="4114800" cy="274640"/>
          </a:xfrm>
          <a:prstGeom prst="rect">
            <a:avLst/>
          </a:prstGeom>
        </p:spPr>
        <p:txBody>
          <a:bodyPr anchor="b"/>
          <a:lstStyle>
            <a:lvl1pPr algn="ctr">
              <a:defRPr sz="1100">
                <a:solidFill>
                  <a:schemeClr val="accent2"/>
                </a:solidFill>
                <a:latin typeface="Helvetica" pitchFamily="2" charset="0"/>
              </a:defRPr>
            </a:lvl1pPr>
          </a:lstStyle>
          <a:p>
            <a:r>
              <a:rPr lang="en-US" dirty="0"/>
              <a:t>Click to edit footer</a:t>
            </a:r>
          </a:p>
        </p:txBody>
      </p:sp>
      <p:pic>
        <p:nvPicPr>
          <p:cNvPr id="5" name="图片 4" descr="徽标&#10;&#10;低可信度描述已自动生成">
            <a:extLst>
              <a:ext uri="{FF2B5EF4-FFF2-40B4-BE49-F238E27FC236}">
                <a16:creationId xmlns:a16="http://schemas.microsoft.com/office/drawing/2014/main" id="{B9885B3C-B698-A6D2-9DE3-12DCA21421A3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9833809" y="8074"/>
            <a:ext cx="2358191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692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2" r:id="rId2"/>
    <p:sldLayoutId id="2147483668" r:id="rId3"/>
    <p:sldLayoutId id="2147483663" r:id="rId4"/>
    <p:sldLayoutId id="2147483664" r:id="rId5"/>
    <p:sldLayoutId id="2147483665" r:id="rId6"/>
    <p:sldLayoutId id="2147483666" r:id="rId7"/>
    <p:sldLayoutId id="2147483671" r:id="rId8"/>
    <p:sldLayoutId id="2147483670" r:id="rId9"/>
  </p:sldLayoutIdLst>
  <p:hf sldNum="0" hdr="0" ftr="0" dt="0"/>
  <p:txStyles>
    <p:titleStyle>
      <a:lvl1pPr algn="l" defTabSz="609585" rtl="0" eaLnBrk="1" latinLnBrk="0" hangingPunct="1">
        <a:spcBef>
          <a:spcPct val="0"/>
        </a:spcBef>
        <a:buNone/>
        <a:defRPr sz="4800" b="0" i="0" kern="1200">
          <a:solidFill>
            <a:schemeClr val="accent1"/>
          </a:solidFill>
          <a:latin typeface="Helvetica" pitchFamily="2" charset="0"/>
          <a:ea typeface="+mj-ea"/>
          <a:cs typeface="+mj-cs"/>
        </a:defRPr>
      </a:lvl1pPr>
    </p:titleStyle>
    <p:bodyStyle>
      <a:lvl1pPr marL="320040" indent="-228600" algn="l" defTabSz="609585" rtl="0" eaLnBrk="1" latinLnBrk="0" hangingPunct="1">
        <a:lnSpc>
          <a:spcPct val="100000"/>
        </a:lnSpc>
        <a:spcBef>
          <a:spcPts val="800"/>
        </a:spcBef>
        <a:buClr>
          <a:schemeClr val="accent1"/>
        </a:buClr>
        <a:buFont typeface="Arial"/>
        <a:buChar char="•"/>
        <a:defRPr sz="3200" b="0" i="0" kern="1200">
          <a:solidFill>
            <a:schemeClr val="accent5"/>
          </a:solidFill>
          <a:latin typeface="Helvetica" pitchFamily="2" charset="0"/>
          <a:ea typeface="+mn-ea"/>
          <a:cs typeface="+mn-cs"/>
        </a:defRPr>
      </a:lvl1pPr>
      <a:lvl2pPr marL="640080" indent="-274320" algn="l" defTabSz="609585" rtl="0" eaLnBrk="1" latinLnBrk="0" hangingPunct="1">
        <a:lnSpc>
          <a:spcPct val="100000"/>
        </a:lnSpc>
        <a:spcBef>
          <a:spcPts val="800"/>
        </a:spcBef>
        <a:buClr>
          <a:schemeClr val="accent2"/>
        </a:buClr>
        <a:buFont typeface="Arial"/>
        <a:buChar char="–"/>
        <a:defRPr sz="2800" b="0" i="0" kern="1200">
          <a:solidFill>
            <a:schemeClr val="accent5"/>
          </a:solidFill>
          <a:latin typeface="Helvetica Light" panose="020B0403020202020204" pitchFamily="34" charset="0"/>
          <a:ea typeface="+mn-ea"/>
          <a:cs typeface="+mn-cs"/>
        </a:defRPr>
      </a:lvl2pPr>
      <a:lvl3pPr marL="914400" indent="-228600" algn="l" defTabSz="609585" rtl="0" eaLnBrk="1" latinLnBrk="0" hangingPunct="1">
        <a:lnSpc>
          <a:spcPct val="100000"/>
        </a:lnSpc>
        <a:spcBef>
          <a:spcPts val="800"/>
        </a:spcBef>
        <a:buClr>
          <a:schemeClr val="accent1"/>
        </a:buClr>
        <a:buFont typeface="Arial"/>
        <a:buChar char="•"/>
        <a:defRPr sz="2400" b="0" i="0" kern="1200">
          <a:solidFill>
            <a:schemeClr val="accent5"/>
          </a:solidFill>
          <a:latin typeface="Helvetica" pitchFamily="2" charset="0"/>
          <a:ea typeface="+mn-ea"/>
          <a:cs typeface="+mn-cs"/>
        </a:defRPr>
      </a:lvl3pPr>
      <a:lvl4pPr marL="1188720" indent="-274320" algn="l" defTabSz="609585" rtl="0" eaLnBrk="1" latinLnBrk="0" hangingPunct="1">
        <a:lnSpc>
          <a:spcPct val="100000"/>
        </a:lnSpc>
        <a:spcBef>
          <a:spcPts val="800"/>
        </a:spcBef>
        <a:buClr>
          <a:schemeClr val="accent6"/>
        </a:buClr>
        <a:buFont typeface="Arial"/>
        <a:buChar char="–"/>
        <a:defRPr sz="2400" b="0" i="0" kern="1200">
          <a:solidFill>
            <a:schemeClr val="accent5"/>
          </a:solidFill>
          <a:latin typeface="Helvetica Light" panose="020B0403020202020204" pitchFamily="34" charset="0"/>
          <a:ea typeface="+mn-ea"/>
          <a:cs typeface="+mn-cs"/>
        </a:defRPr>
      </a:lvl4pPr>
      <a:lvl5pPr marL="1371600" indent="-228600" algn="l" defTabSz="609585" rtl="0" eaLnBrk="1" latinLnBrk="0" hangingPunct="1">
        <a:lnSpc>
          <a:spcPct val="100000"/>
        </a:lnSpc>
        <a:spcBef>
          <a:spcPts val="800"/>
        </a:spcBef>
        <a:buClr>
          <a:schemeClr val="accent1"/>
        </a:buClr>
        <a:buFont typeface="Arial" panose="020B0604020202020204" pitchFamily="34" charset="0"/>
        <a:buChar char="•"/>
        <a:defRPr sz="2400" b="0" i="0" kern="1200">
          <a:solidFill>
            <a:schemeClr val="accent5"/>
          </a:solidFill>
          <a:latin typeface="Helvetica Light" panose="020B0403020202020204" pitchFamily="34" charset="0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EBACC-F8B6-004B-9441-C543E5D872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B77D93-7114-7D4C-A82F-CFA12E43D4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B29EF2-45EE-AB47-817E-284A93022DE9}"/>
              </a:ext>
            </a:extLst>
          </p:cNvPr>
          <p:cNvSpPr txBox="1"/>
          <p:nvPr/>
        </p:nvSpPr>
        <p:spPr>
          <a:xfrm>
            <a:off x="0" y="6591197"/>
            <a:ext cx="19634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Template DID: DOC01-5 VID: </a:t>
            </a:r>
            <a:r>
              <a:rPr lang="en-US" altLang="zh-CN" sz="1000" dirty="0"/>
              <a:t>3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7050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ACE4E541-6A2A-C2F0-CBA2-22F3BFF1651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议题一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议题二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议题三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EDD5FB7-A210-D081-9DB3-87AC6820F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会议议程</a:t>
            </a:r>
          </a:p>
        </p:txBody>
      </p:sp>
    </p:spTree>
    <p:extLst>
      <p:ext uri="{BB962C8B-B14F-4D97-AF65-F5344CB8AC3E}">
        <p14:creationId xmlns:p14="http://schemas.microsoft.com/office/powerpoint/2010/main" val="623339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7763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306A1F2-4BBE-CC4B-9FE4-199DA0AD1DB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6954799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2B724D6-A18F-44B3-87E0-1E0612E74909}"/>
              </a:ext>
            </a:extLst>
          </p:cNvPr>
          <p:cNvSpPr/>
          <p:nvPr/>
        </p:nvSpPr>
        <p:spPr>
          <a:xfrm>
            <a:off x="-1" y="0"/>
            <a:ext cx="8313336" cy="6858000"/>
          </a:xfrm>
          <a:prstGeom prst="rect">
            <a:avLst/>
          </a:prstGeom>
          <a:gradFill flip="none" rotWithShape="1">
            <a:gsLst>
              <a:gs pos="88937">
                <a:srgbClr val="FFFFFF"/>
              </a:gs>
              <a:gs pos="31000">
                <a:srgbClr val="FFFFFF">
                  <a:alpha val="60000"/>
                </a:srgbClr>
              </a:gs>
              <a:gs pos="0">
                <a:schemeClr val="bg1">
                  <a:alpha val="60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6F684D-06B3-40F2-8FC0-2933404F88F3}"/>
              </a:ext>
            </a:extLst>
          </p:cNvPr>
          <p:cNvSpPr/>
          <p:nvPr/>
        </p:nvSpPr>
        <p:spPr>
          <a:xfrm>
            <a:off x="6305357" y="4981527"/>
            <a:ext cx="560717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  <a:latin typeface="Helvetica Light" panose="020B0403020202020204" pitchFamily="34" charset="0"/>
              </a:rPr>
              <a:t>…to provide superior proton therapy to as many cancer patients as possible… </a:t>
            </a:r>
          </a:p>
        </p:txBody>
      </p:sp>
      <p:pic>
        <p:nvPicPr>
          <p:cNvPr id="3" name="图片 2" descr="徽标&#10;&#10;低可信度描述已自动生成">
            <a:extLst>
              <a:ext uri="{FF2B5EF4-FFF2-40B4-BE49-F238E27FC236}">
                <a16:creationId xmlns:a16="http://schemas.microsoft.com/office/drawing/2014/main" id="{093D2319-49BE-85DD-1F17-ECA11F4DB4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859490"/>
            <a:ext cx="5874940" cy="1139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192163"/>
      </p:ext>
    </p:extLst>
  </p:cSld>
  <p:clrMapOvr>
    <a:masterClrMapping/>
  </p:clrMapOvr>
</p:sld>
</file>

<file path=ppt/theme/theme1.xml><?xml version="1.0" encoding="utf-8"?>
<a:theme xmlns:a="http://schemas.openxmlformats.org/drawingml/2006/main" name="Mevion 2018">
  <a:themeElements>
    <a:clrScheme name="Custom 1">
      <a:dk1>
        <a:srgbClr val="000000"/>
      </a:dk1>
      <a:lt1>
        <a:srgbClr val="FFFFFF"/>
      </a:lt1>
      <a:dk2>
        <a:srgbClr val="4A4A49"/>
      </a:dk2>
      <a:lt2>
        <a:srgbClr val="EEECE1"/>
      </a:lt2>
      <a:accent1>
        <a:srgbClr val="D31245"/>
      </a:accent1>
      <a:accent2>
        <a:srgbClr val="807F83"/>
      </a:accent2>
      <a:accent3>
        <a:srgbClr val="231F20"/>
      </a:accent3>
      <a:accent4>
        <a:srgbClr val="00467F"/>
      </a:accent4>
      <a:accent5>
        <a:srgbClr val="646463"/>
      </a:accent5>
      <a:accent6>
        <a:srgbClr val="4A4A49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  <a:effectLst/>
      </a:spPr>
      <a:bodyPr rtlCol="0" anchor="ctr"/>
      <a:lstStyle>
        <a:defPPr algn="ctr">
          <a:defRPr sz="2400" dirty="0" err="1" smtClean="0">
            <a:solidFill>
              <a:schemeClr val="bg1"/>
            </a:solidFill>
            <a:latin typeface="Helvetica Light" panose="020B0403020202020204" pitchFamily="34" charset="0"/>
          </a:defRPr>
        </a:defPPr>
      </a:lstStyle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spDef>
    <a:lnDef>
      <a:spPr>
        <a:ln w="19050">
          <a:solidFill>
            <a:schemeClr val="tx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spcBef>
            <a:spcPts val="600"/>
          </a:spcBef>
          <a:defRPr dirty="0">
            <a:latin typeface="Helvetica Light" panose="020B0403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evion 2018" id="{C808A9F5-4C51-B743-B80E-91FBD84262D4}" vid="{235DEECD-7550-F04A-9084-EBC2CDB699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Mevion 2018</Template>
  <TotalTime>49604</TotalTime>
  <Words>30</Words>
  <Application>Microsoft Office PowerPoint</Application>
  <PresentationFormat>Widescreen</PresentationFormat>
  <Paragraphs>7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Helvetica Light</vt:lpstr>
      <vt:lpstr>微软雅黑 Light</vt:lpstr>
      <vt:lpstr>楷体</vt:lpstr>
      <vt:lpstr>Arial</vt:lpstr>
      <vt:lpstr>Calibri</vt:lpstr>
      <vt:lpstr>Helvetica</vt:lpstr>
      <vt:lpstr>Mevion 2018</vt:lpstr>
      <vt:lpstr>PowerPoint Presentation</vt:lpstr>
      <vt:lpstr>会议议程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Strong and Growing Patent Portfolio</dc:title>
  <dc:creator>Michael Tajima</dc:creator>
  <cp:lastModifiedBy>Li, Emile</cp:lastModifiedBy>
  <cp:revision>519</cp:revision>
  <cp:lastPrinted>2019-01-06T16:24:36Z</cp:lastPrinted>
  <dcterms:created xsi:type="dcterms:W3CDTF">2018-11-12T15:15:49Z</dcterms:created>
  <dcterms:modified xsi:type="dcterms:W3CDTF">2026-01-09T01:47:16Z</dcterms:modified>
</cp:coreProperties>
</file>